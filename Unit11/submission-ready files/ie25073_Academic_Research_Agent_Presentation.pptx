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Academic Research Agent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bounded, explainable multi-agent workflow</a:t>
            </a:r>
            <a:br/>
            <a:br/>
            <a:r>
              <a:rPr/>
              <a:t>Imoh Etuk | ie25073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30 September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 and design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Goal: turn a research question into ranked, traceable scholarly evidence</a:t>
            </a:r>
          </a:p>
          <a:p>
            <a:pPr lvl="0"/>
            <a:r>
              <a:rPr/>
              <a:t>Plan autonomous actions from one high-level user goal</a:t>
            </a:r>
          </a:p>
          <a:p>
            <a:pPr lvl="0"/>
            <a:r>
              <a:rPr/>
              <a:t>Separate planning, retrieval, processing and storage responsibilities</a:t>
            </a:r>
          </a:p>
          <a:p>
            <a:pPr lvl="0"/>
            <a:r>
              <a:rPr/>
              <a:t>Preserve source provenance and expose workflow decisions</a:t>
            </a:r>
          </a:p>
          <a:p>
            <a:pPr lvl="0"/>
            <a:r>
              <a:rPr/>
              <a:t>Remain usable without paid services or credentials</a:t>
            </a:r>
          </a:p>
          <a:p>
            <a:pPr lvl="0"/>
            <a:r>
              <a:rPr/>
              <a:t>Bound retries and fail safely when a model or network is unavailable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proposal to implementation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Design 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Implemented decision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Provider-agnostic LLM layer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Optional Ollama planner plus deterministic fallback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Scholarly search APIs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OpenAlex API and reproducible offline fixture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Multi-agent responsibilities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Four typed components with explicit hand-offs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Lightweight journal/output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Markdown report, JSON evidence and JSON trace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Iterative retrieval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Sufficiency check with a maximum of three cycles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Research goal
     |
Planning agent ---- Ollama API (optional)
     |
Retrieval agent --- OpenAlex / offline fixture
     |
Processing agent -- normalise, deduplicate, rank
     |                    |
     +-- insufficient ---+  maximum 3 cycles
     |
Storage agent ----- report.md + evidence.json + trace.json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Planning and autonomous behaviour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planner converts one goal into two to five bounded search tasks</a:t>
            </a:r>
          </a:p>
          <a:p>
            <a:pPr lvl="0"/>
            <a:r>
              <a:rPr/>
              <a:t>Ollama output must match a validated JSON schema</a:t>
            </a:r>
          </a:p>
          <a:p>
            <a:pPr lvl="0"/>
            <a:r>
              <a:rPr/>
              <a:t>Invalid or unavailable model output triggers a transparent rule-based plan</a:t>
            </a:r>
          </a:p>
          <a:p>
            <a:pPr lvl="0"/>
            <a:r>
              <a:rPr/>
              <a:t>The workflow executes tasks, evaluates evidence sufficiency and may refine</a:t>
            </a:r>
          </a:p>
          <a:p>
            <a:pPr lvl="0"/>
            <a:r>
              <a:rPr/>
              <a:t>A cycle limit acts as a kill switch against uncontrolled agent loops</a:t>
            </a:r>
          </a:p>
          <a:p>
            <a:pPr lvl="0" indent="0">
              <a:buNone/>
            </a:pPr>
            <a:r>
              <a:rPr>
                <a:latin typeface="Courier"/>
              </a:rPr>
              <a:t>python3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research_agent </a:t>
            </a:r>
            <a:r>
              <a:rPr>
                <a:solidFill>
                  <a:srgbClr val="4070A0"/>
                </a:solidFill>
                <a:latin typeface="Courier"/>
              </a:rPr>
              <a:t>"Explainable decisions in autonomous research agents"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--offline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Evidence retrieval and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OpenAlex returns scholarly metadata and reconstructed abstract text</a:t>
            </a:r>
          </a:p>
          <a:p>
            <a:pPr lvl="0"/>
            <a:r>
              <a:rPr/>
              <a:t>Every record retains authors, year, DOI/source URL and matched query</a:t>
            </a:r>
          </a:p>
          <a:p>
            <a:pPr lvl="0"/>
            <a:r>
              <a:rPr/>
              <a:t>DOI or source identity removes duplicates across search tasks</a:t>
            </a:r>
          </a:p>
          <a:p>
            <a:pPr lvl="0"/>
            <a:r>
              <a:rPr/>
              <a:t>Ranking combines inspectable keyword overlap with bounded citation evidence</a:t>
            </a:r>
          </a:p>
          <a:p>
            <a:pPr lvl="0"/>
            <a:r>
              <a:rPr/>
              <a:t>The report reproduces retrieved metadata; it does not invent citations</a:t>
            </a:r>
          </a:p>
          <a:p>
            <a:pPr lvl="0" indent="0" marL="0">
              <a:buNone/>
            </a:pPr>
            <a:r>
              <a:rPr b="1"/>
              <a:t>Why deterministic ranking?</a:t>
            </a:r>
            <a:r>
              <a:rPr/>
              <a:t> Safety-critical evidence selection remains repeatable and testable even when an LLM proposes the search plan.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Explainability and responsible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workflow-trace.json</a:t>
            </a:r>
            <a:r>
              <a:rPr/>
              <a:t> records plans, searches, counts, failures and stop decisions</a:t>
            </a:r>
          </a:p>
          <a:p>
            <a:pPr lvl="0"/>
            <a:r>
              <a:rPr/>
              <a:t>Provenance supports human checking before evidence is used in academic work</a:t>
            </a:r>
          </a:p>
          <a:p>
            <a:pPr lvl="0"/>
            <a:r>
              <a:rPr/>
              <a:t>No credentials, personal data or fabricated bibliography are stored</a:t>
            </a:r>
          </a:p>
          <a:p>
            <a:pPr lvl="0"/>
            <a:r>
              <a:rPr/>
              <a:t>Human oversight remains necessary for relevance, source quality and claim support</a:t>
            </a:r>
          </a:p>
          <a:p>
            <a:pPr lvl="0"/>
            <a:r>
              <a:rPr/>
              <a:t>Risks remain: coverage gaps, missing abstracts and citation-age bias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Testing strategy and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Eight automated unit, workflow and functional tests passed on Python 3.13.7</a:t>
            </a:r>
          </a:p>
          <a:p>
            <a:pPr lvl="0"/>
            <a:r>
              <a:rPr/>
              <a:t>Planner tests: validation, bounded tasks, model schema and fallback</a:t>
            </a:r>
          </a:p>
          <a:p>
            <a:pPr lvl="0"/>
            <a:r>
              <a:rPr/>
              <a:t>Processor test: duplicate removal and ranking order</a:t>
            </a:r>
          </a:p>
          <a:p>
            <a:pPr lvl="0"/>
            <a:r>
              <a:rPr/>
              <a:t>Workflow tests: persisted outputs, sufficiency decision and cycle bound</a:t>
            </a:r>
          </a:p>
          <a:p>
            <a:pPr lvl="0"/>
            <a:r>
              <a:rPr/>
              <a:t>CLI test: executable entry point and all three generated outputs</a:t>
            </a:r>
          </a:p>
          <a:p>
            <a:pPr lvl="0"/>
            <a:r>
              <a:rPr/>
              <a:t>Offline fixture makes regression tests independent of network and model availability</a:t>
            </a:r>
          </a:p>
          <a:p>
            <a:pPr lvl="0" indent="0">
              <a:buNone/>
            </a:pPr>
            <a:r>
              <a:rPr>
                <a:latin typeface="Courier"/>
              </a:rPr>
              <a:t>Ran 8 tests
OK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Demonstration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Offline run:</a:t>
            </a:r>
            <a:r>
              <a:rPr/>
              <a:t> 3 evidence records retained</a:t>
            </a:r>
          </a:p>
          <a:p>
            <a:pPr lvl="0" indent="-342900" marL="342900">
              <a:buAutoNum type="arabicPeriod"/>
            </a:pPr>
            <a:r>
              <a:rPr/>
              <a:t>Explainable planning for autonomous research agents</a:t>
            </a:r>
          </a:p>
          <a:p>
            <a:pPr lvl="0" indent="-342900" marL="342900">
              <a:buAutoNum type="arabicPeriod"/>
            </a:pPr>
            <a:r>
              <a:rPr/>
              <a:t>Risks and limitations of language-model research assistants</a:t>
            </a:r>
          </a:p>
          <a:p>
            <a:pPr lvl="0" indent="-342900" marL="342900">
              <a:buAutoNum type="arabicPeriod"/>
            </a:pPr>
            <a:r>
              <a:rPr/>
              <a:t>Evaluating evidence retrieval in multi-agent systems</a:t>
            </a:r>
          </a:p>
          <a:p>
            <a:pPr lvl="0" indent="0" marL="0">
              <a:buNone/>
            </a:pPr>
            <a:r>
              <a:rPr/>
              <a:t>Generated artefacts:</a:t>
            </a:r>
          </a:p>
          <a:p>
            <a:pPr lvl="0"/>
            <a:r>
              <a:rPr/>
              <a:t>Human-readable ranked research report</a:t>
            </a:r>
          </a:p>
          <a:p>
            <a:pPr lvl="0"/>
            <a:r>
              <a:rPr/>
              <a:t>Machine-readable evidence record</a:t>
            </a:r>
          </a:p>
          <a:p>
            <a:pPr lvl="0"/>
            <a:r>
              <a:rPr/>
              <a:t>Inspectable workflow trace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Critical evaluation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Strengths:</a:t>
            </a:r>
            <a:r>
              <a:rPr/>
              <a:t> modular boundaries, reproducibility, provenance, graceful fallback and bounded autonomy.</a:t>
            </a:r>
          </a:p>
          <a:p>
            <a:pPr lvl="0" indent="0" marL="0">
              <a:buNone/>
            </a:pPr>
            <a:r>
              <a:rPr b="1"/>
              <a:t>Limitations:</a:t>
            </a:r>
            <a:r>
              <a:rPr/>
              <a:t> keyword ranking is semantically shallow; citation counts favour older work; the fixture proves behaviour rather than real-world source quality; no user study was performed.</a:t>
            </a:r>
          </a:p>
          <a:p>
            <a:pPr lvl="0" indent="0" marL="0">
              <a:buNone/>
            </a:pPr>
            <a:r>
              <a:rPr b="1"/>
              <a:t>Next steps:</a:t>
            </a:r>
            <a:r>
              <a:rPr/>
              <a:t> manually labelled relevance set, precision/recall measures, DOI verification, model comparison, prompt-injection tests and researcher usability evaluation.</a:t>
            </a:r>
          </a:p>
          <a:p>
            <a:pPr lvl="0" indent="0" marL="0">
              <a:buNone/>
            </a:pPr>
            <a:r>
              <a:rPr b="1"/>
              <a:t>Selected references</a:t>
            </a:r>
          </a:p>
          <a:p>
            <a:pPr lvl="0" indent="0" marL="0">
              <a:buNone/>
            </a:pPr>
            <a:r>
              <a:rPr/>
              <a:t>Bandi, A. </a:t>
            </a:r>
            <a:r>
              <a:rPr i="1"/>
              <a:t>et al.</a:t>
            </a:r>
            <a:r>
              <a:rPr/>
              <a:t> (2025) ‘The rise of agentic AI’, </a:t>
            </a:r>
            <a:r>
              <a:rPr i="1"/>
              <a:t>Future Internet</a:t>
            </a:r>
            <a:r>
              <a:rPr/>
              <a:t>, 17(9), 404.</a:t>
            </a:r>
          </a:p>
          <a:p>
            <a:pPr lvl="0" indent="0" marL="0">
              <a:buNone/>
            </a:pPr>
            <a:r>
              <a:rPr/>
              <a:t>Lewis, P. </a:t>
            </a:r>
            <a:r>
              <a:rPr i="1"/>
              <a:t>et al.</a:t>
            </a:r>
            <a:r>
              <a:rPr/>
              <a:t> (2020) ‘Retrieval-augmented generation’, </a:t>
            </a:r>
            <a:r>
              <a:rPr i="1"/>
              <a:t>NeurIPS</a:t>
            </a:r>
            <a:r>
              <a:rPr/>
              <a:t>, 33, pp. 9459–9474.</a:t>
            </a:r>
          </a:p>
          <a:p>
            <a:pPr lvl="0" indent="0" marL="0">
              <a:buNone/>
            </a:pPr>
            <a:r>
              <a:rPr/>
              <a:t>Russell, S. and Norvig, P. (2021) </a:t>
            </a:r>
            <a:r>
              <a:rPr i="1"/>
              <a:t>Artificial Intelligence: A Modern Approach</a:t>
            </a:r>
            <a:r>
              <a:rPr/>
              <a:t>. 4th edn. Pearson.</a:t>
            </a:r>
          </a:p>
          <a:p>
            <a:pPr lvl="0" indent="0" marL="0">
              <a:buNone/>
            </a:pPr>
            <a:r>
              <a:rPr/>
              <a:t>OpenAlex (no date) </a:t>
            </a:r>
            <a:r>
              <a:rPr i="1"/>
              <a:t>API documentation</a:t>
            </a:r>
            <a:r>
              <a:rPr/>
              <a:t>. https://docs.openalex.org/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Research Agent</dc:title>
  <dc:creator>Imoh Etuk | ie25073</dc:creator>
  <cp:keywords/>
  <dcterms:created xsi:type="dcterms:W3CDTF">2026-10-02T11:14:56Z</dcterms:created>
  <dcterms:modified xsi:type="dcterms:W3CDTF">2026-10-02T11:14:56Z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30 September 2026</vt:lpwstr>
  </property>
  <property fmtid="{D5CDD505-2E9C-101B-9397-08002B2CF9AE}" pid="3" name="subtitle">
    <vt:lpwstr>A bounded, explainable multi-agent workflow</vt:lpwstr>
  </property>
</Properties>
</file>